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82" d="100"/>
          <a:sy n="82" d="100"/>
        </p:scale>
        <p:origin x="58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112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</dc:creator>
  <cp:lastModifiedBy>Asus</cp:lastModifiedBy>
  <cp:revision>18</cp:revision>
  <dcterms:created xsi:type="dcterms:W3CDTF">2024-06-24T12:27:37Z</dcterms:created>
  <dcterms:modified xsi:type="dcterms:W3CDTF">2026-07-25T15:41:31Z</dcterms:modified>
</cp:coreProperties>
</file>